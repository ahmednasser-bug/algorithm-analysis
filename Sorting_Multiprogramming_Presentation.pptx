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Multiprogramming Concepts in Algorithm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Thread Safety, Bugs, and Solutions in ctrlSortingComparisson</a:t>
            </a:r>
          </a:p>
          <a:p/>
          <a:p>
            <a:r>
              <a:t>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Analyze the thread safety of the 'Compare' button in ctrlSortingComparisson.</a:t>
            </a:r>
          </a:p>
          <a:p>
            <a:r>
              <a:t>Issue: Concurrent execution of sorting algorithms using Task.Run causes bugs.</a:t>
            </a:r>
          </a:p>
          <a:p>
            <a:r>
              <a:t>- Both threads share a static global 'OnSwap' event.</a:t>
            </a:r>
          </a:p>
          <a:p>
            <a:r>
              <a:t>- Cross-thread operations update WinForms UI controls directly.</a:t>
            </a:r>
          </a:p>
          <a:p>
            <a:r>
              <a:t>- Tasks continue executing even after the control is closed (Back Button Bug).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Architecture &amp;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Components:</a:t>
            </a:r>
          </a:p>
          <a:p>
            <a:r>
              <a:t>1. UI Layer (ctrlSortingComparisson): Starts 2 tasks, hosts 2 visualizers.</a:t>
            </a:r>
          </a:p>
          <a:p>
            <a:r>
              <a:t>2. Tasks (Task.Run): Parallel threads running sorting algorithms.</a:t>
            </a:r>
          </a:p>
          <a:p>
            <a:r>
              <a:t>3. Logic Layer (Sorting.cs): Static class holding the sorting logic.</a:t>
            </a:r>
          </a:p>
          <a:p>
            <a:r>
              <a:t>4. Shared Resource: Static event 'OnSwap'.</a:t>
            </a:r>
          </a:p>
          <a:p/>
          <a:p>
            <a:r>
              <a:t>Flaw: The static event acts as a bottleneck and shared mutable state. Both threads invoke the exact same multicast delegate, causing them to execute UI updates meant for the other thread.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Dry Run: The Current Bugs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User clicks Compare. Two Tasks start sorting concurrently.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114800" y="21945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2: Thread A and Thread B both subscribe to static Sorting.OnSwap.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31089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3: Thread A performs a swap and invokes Sorting.OnSwap.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40233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4: Both visualizers receive the event. Thread A executes UI update for Visualizer 2 (Cross-thread Exception).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49377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5: User clicks 'Back'. UserControl is disposed.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58521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6: Tasks keep running, invoke OnSwap, try to update disposed Visualizers -&gt; FATAL CRASH.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1</a:t>
            </a:r>
          </a:p>
        </p:txBody>
      </p:sp>
      <p:pic>
        <p:nvPicPr>
          <p:cNvPr id="3" name="Picture 2" descr="Screenshot 2026-04-20 0907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114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1: Thread A starts sorting. The UI freezes because UI updates aren't marshalled.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2</a:t>
            </a:r>
          </a:p>
        </p:txBody>
      </p:sp>
      <p:pic>
        <p:nvPicPr>
          <p:cNvPr id="3" name="Picture 2" descr="Screenshot 2026-04-20 0919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5076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2: Thread B fires OnSwap. Static event sends incorrect 'sender'.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3</a:t>
            </a:r>
          </a:p>
        </p:txBody>
      </p:sp>
      <p:pic>
        <p:nvPicPr>
          <p:cNvPr id="3" name="Picture 2" descr="Screenshot 2026-04-20 0919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5707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3: Visualizer 1 updates with Thread B's data (Data Corruption).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4</a:t>
            </a:r>
          </a:p>
        </p:txBody>
      </p:sp>
      <p:pic>
        <p:nvPicPr>
          <p:cNvPr id="3" name="Picture 2" descr="Screenshot 2026-04-20 0921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268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4: Cross-thread operation exception thrown by WinForms.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5</a:t>
            </a:r>
          </a:p>
        </p:txBody>
      </p:sp>
      <p:pic>
        <p:nvPicPr>
          <p:cNvPr id="3" name="Picture 2" descr="Screenshot 2026-04-20 092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2127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5: The Red-X Rendering Error on the Chart due to concurrent modification.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6</a:t>
            </a:r>
          </a:p>
        </p:txBody>
      </p:sp>
      <p:pic>
        <p:nvPicPr>
          <p:cNvPr id="3" name="Picture 2" descr="Screenshot 2026-04-20 092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15949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6: User attempts to navigate away while sorting is active.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7</a:t>
            </a:r>
          </a:p>
        </p:txBody>
      </p:sp>
      <p:pic>
        <p:nvPicPr>
          <p:cNvPr id="3" name="Picture 2" descr="Screenshot 2026-04-20 092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19458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7: 'Back' button clicked. UI Control starts disposing.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8</a:t>
            </a:r>
          </a:p>
        </p:txBody>
      </p:sp>
      <p:pic>
        <p:nvPicPr>
          <p:cNvPr id="3" name="Picture 2" descr="Screenshot 2026-04-20 0933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1906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8: Background Task A performs a swap.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9</a:t>
            </a:r>
          </a:p>
        </p:txBody>
      </p:sp>
      <p:pic>
        <p:nvPicPr>
          <p:cNvPr id="3" name="Picture 2" descr="Screenshot 2026-04-20 093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9441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9: Task A invokes OnSwap event on disposed Visualizer 1.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10</a:t>
            </a:r>
          </a:p>
        </p:txBody>
      </p:sp>
      <p:pic>
        <p:nvPicPr>
          <p:cNvPr id="3" name="Picture 2" descr="Screenshot 2026-04-20 094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2390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10: NullReferenceException or ObjectDisposedException.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11</a:t>
            </a:r>
          </a:p>
        </p:txBody>
      </p:sp>
      <p:pic>
        <p:nvPicPr>
          <p:cNvPr id="3" name="Picture 2" descr="Screenshot 2026-04-20 094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1532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11: Application completely crashes.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Demonstration 12</a:t>
            </a:r>
          </a:p>
        </p:txBody>
      </p:sp>
      <p:pic>
        <p:nvPicPr>
          <p:cNvPr id="3" name="Picture 2" descr="Screenshot 2026-04-20 0957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13326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Diagram/Explanation:</a:t>
            </a:r>
            <a:br/>
            <a:br/>
            <a:r>
              <a:t>Bug 12: Stack trace confirming the cross-thread violation in OnSwap.</a:t>
            </a:r>
            <a:br/>
            <a:br/>
            <a:r>
              <a:t>This happens because the static OnSwap event does not isolate thread contexts, and UI updates lack proper thread synchronization (no Invoke/lock).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1: Multiple Publisher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Eliminate static shared state.</a:t>
            </a:r>
          </a:p>
          <a:p/>
          <a:p>
            <a:r>
              <a:t>Implementation:</a:t>
            </a:r>
          </a:p>
          <a:p>
            <a:r>
              <a:t>- Instead of a static Sorting class, instantiate a new SortingVisualizerPublisher for each thread.</a:t>
            </a:r>
          </a:p>
          <a:p>
            <a:r>
              <a:t>- Thread 1 subscribes to Publisher1.OnSwap.</a:t>
            </a:r>
          </a:p>
          <a:p>
            <a:r>
              <a:t>- Thread 2 subscribes to Publisher2.OnSwap.</a:t>
            </a:r>
          </a:p>
          <a:p/>
          <a:p>
            <a:r>
              <a:t>Result: Zero cross-talk. No need to filter by 'sender'. Events are cleanly isolated per thread.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Dry Run: Solution 1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User clicks Compare. UI instantiates Publisher1 and Publisher2.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114800" y="21945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2: Task A uses Publisher1; Task B uses Publisher2.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31089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3: Task A performs a swap and invokes Publisher1.OnSwap.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40233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4: Only Visualizer 1 receives the event (Isolated Context).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49377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5: No cross-thread interference. UI must still use 'Invoke' for safety.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2: Sync Using Await &amp; IProgress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Modern async/await pattern with synchronization contexts.</a:t>
            </a:r>
          </a:p>
          <a:p/>
          <a:p>
            <a:r>
              <a:t>Implementation:</a:t>
            </a:r>
          </a:p>
          <a:p>
            <a:r>
              <a:t>- Make the click handler 'async void'.</a:t>
            </a:r>
          </a:p>
          <a:p>
            <a:r>
              <a:t>- Use Task.Run internally but pass an IProgress&lt;T&gt; object.</a:t>
            </a:r>
          </a:p>
          <a:p>
            <a:r>
              <a:t>- Sorting algorithms call progress.Report(swapData).</a:t>
            </a:r>
          </a:p>
          <a:p>
            <a:r>
              <a:t>- Await Task.WhenAll(sort1, sort2).</a:t>
            </a:r>
          </a:p>
          <a:p/>
          <a:p>
            <a:r>
              <a:t>Result: IProgress automatically marshals the UI update back to the Main Thread! Solves cross-thread exceptions inherently. Allows passing a CancellationToken to fix the Back Button bug.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Dry Run: Solution 2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1: User clicks Compare. UI creates CancellationTokenSource and IProgress.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114800" y="21945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2: Task A and B start with await Task.Run.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31089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3: Task A performs swap -&gt; progress.Report(indices).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40233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4: IProgress posts the update to the Main UI Thread safely.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49377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5: User clicks Back -&gt; CancellationToken.Cancel() is called.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58521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6: Tasks cleanly abort. No disposed object exceptions!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